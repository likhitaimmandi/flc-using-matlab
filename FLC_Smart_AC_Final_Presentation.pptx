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9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F193D-BD77-4EF1-8F5C-63639EE464FD}" v="3" dt="2026-05-13T04:12:43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MANDI SRI LIKHITA" userId="14aa043ef3ec99d0" providerId="LiveId" clId="{BB000280-191D-4746-9DF4-69694A92622D}"/>
    <pc:docChg chg="custSel addSld delSld modSld">
      <pc:chgData name="IMMANDI SRI LIKHITA" userId="14aa043ef3ec99d0" providerId="LiveId" clId="{BB000280-191D-4746-9DF4-69694A92622D}" dt="2026-05-13T04:13:21.914" v="31" actId="14100"/>
      <pc:docMkLst>
        <pc:docMk/>
      </pc:docMkLst>
      <pc:sldChg chg="addSp modSp mod">
        <pc:chgData name="IMMANDI SRI LIKHITA" userId="14aa043ef3ec99d0" providerId="LiveId" clId="{BB000280-191D-4746-9DF4-69694A92622D}" dt="2026-05-13T04:13:21.914" v="31" actId="14100"/>
        <pc:sldMkLst>
          <pc:docMk/>
          <pc:sldMk cId="0" sldId="260"/>
        </pc:sldMkLst>
        <pc:spChg chg="mod">
          <ac:chgData name="IMMANDI SRI LIKHITA" userId="14aa043ef3ec99d0" providerId="LiveId" clId="{BB000280-191D-4746-9DF4-69694A92622D}" dt="2026-05-13T04:12:27.881" v="22" actId="20577"/>
          <ac:spMkLst>
            <pc:docMk/>
            <pc:sldMk cId="0" sldId="260"/>
            <ac:spMk id="3" creationId="{00000000-0000-0000-0000-000000000000}"/>
          </ac:spMkLst>
        </pc:spChg>
        <pc:picChg chg="add mod modCrop">
          <ac:chgData name="IMMANDI SRI LIKHITA" userId="14aa043ef3ec99d0" providerId="LiveId" clId="{BB000280-191D-4746-9DF4-69694A92622D}" dt="2026-05-13T04:13:21.914" v="31" actId="14100"/>
          <ac:picMkLst>
            <pc:docMk/>
            <pc:sldMk cId="0" sldId="260"/>
            <ac:picMk id="5" creationId="{7CE3F56A-AB75-EC85-94D8-270667936F08}"/>
          </ac:picMkLst>
        </pc:picChg>
      </pc:sldChg>
      <pc:sldChg chg="addSp delSp modSp new mod">
        <pc:chgData name="IMMANDI SRI LIKHITA" userId="14aa043ef3ec99d0" providerId="LiveId" clId="{BB000280-191D-4746-9DF4-69694A92622D}" dt="2026-05-13T04:03:00.137" v="21" actId="14100"/>
        <pc:sldMkLst>
          <pc:docMk/>
          <pc:sldMk cId="2330884265" sldId="269"/>
        </pc:sldMkLst>
        <pc:spChg chg="del">
          <ac:chgData name="IMMANDI SRI LIKHITA" userId="14aa043ef3ec99d0" providerId="LiveId" clId="{BB000280-191D-4746-9DF4-69694A92622D}" dt="2026-05-13T04:02:26.457" v="12" actId="478"/>
          <ac:spMkLst>
            <pc:docMk/>
            <pc:sldMk cId="2330884265" sldId="269"/>
            <ac:spMk id="2" creationId="{F567CBCA-83AB-4008-79D7-96BFA336CB2A}"/>
          </ac:spMkLst>
        </pc:spChg>
        <pc:spChg chg="del">
          <ac:chgData name="IMMANDI SRI LIKHITA" userId="14aa043ef3ec99d0" providerId="LiveId" clId="{BB000280-191D-4746-9DF4-69694A92622D}" dt="2026-05-13T04:02:12.836" v="10" actId="931"/>
          <ac:spMkLst>
            <pc:docMk/>
            <pc:sldMk cId="2330884265" sldId="269"/>
            <ac:spMk id="3" creationId="{76FE9335-F64C-7837-768C-585A36099268}"/>
          </ac:spMkLst>
        </pc:spChg>
        <pc:picChg chg="add mod modCrop">
          <ac:chgData name="IMMANDI SRI LIKHITA" userId="14aa043ef3ec99d0" providerId="LiveId" clId="{BB000280-191D-4746-9DF4-69694A92622D}" dt="2026-05-13T04:03:00.137" v="21" actId="14100"/>
          <ac:picMkLst>
            <pc:docMk/>
            <pc:sldMk cId="2330884265" sldId="269"/>
            <ac:picMk id="5" creationId="{8FE01B3B-7512-CEDB-1DC8-2217CBAAFE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>
            <a:extLst>
              <a:ext uri="{FF2B5EF4-FFF2-40B4-BE49-F238E27FC236}">
                <a16:creationId xmlns:a16="http://schemas.microsoft.com/office/drawing/2014/main" id="{669D2B7B-0717-658B-5434-FF1C115BECE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882650"/>
            <a:ext cx="6474354" cy="151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DA8BDB-5BCE-8C8A-E2B1-FEA6C548921B}"/>
              </a:ext>
            </a:extLst>
          </p:cNvPr>
          <p:cNvSpPr>
            <a:spLocks/>
          </p:cNvSpPr>
          <p:nvPr/>
        </p:nvSpPr>
        <p:spPr bwMode="auto">
          <a:xfrm flipV="1">
            <a:off x="1104899" y="2853267"/>
            <a:ext cx="6472767" cy="177798"/>
          </a:xfrm>
          <a:custGeom>
            <a:avLst/>
            <a:gdLst>
              <a:gd name="T0" fmla="+- 0 1500 1500"/>
              <a:gd name="T1" fmla="*/ T0 w 9240"/>
              <a:gd name="T2" fmla="+- 0 10740 1500"/>
              <a:gd name="T3" fmla="*/ T2 w 9240"/>
            </a:gdLst>
            <a:ahLst/>
            <a:cxnLst>
              <a:cxn ang="0">
                <a:pos x="T1" y="0"/>
              </a:cxn>
              <a:cxn ang="0">
                <a:pos x="T3" y="0"/>
              </a:cxn>
            </a:cxnLst>
            <a:rect l="0" t="0" r="r" b="b"/>
            <a:pathLst>
              <a:path w="9240">
                <a:moveTo>
                  <a:pt x="0" y="0"/>
                </a:moveTo>
                <a:lnTo>
                  <a:pt x="9240" y="0"/>
                </a:lnTo>
              </a:path>
            </a:pathLst>
          </a:custGeom>
          <a:noFill/>
          <a:ln w="12700">
            <a:solidFill>
              <a:srgbClr val="868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06E35F-50E5-425A-757B-D7D1E934AB9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104899" y="76198"/>
            <a:ext cx="6472767" cy="145990"/>
            <a:chOff x="0" y="0"/>
            <a:chExt cx="9240" cy="20"/>
          </a:xfrm>
        </p:grpSpPr>
        <p:cxnSp>
          <p:nvCxnSpPr>
            <p:cNvPr id="6" name="Line 9">
              <a:extLst>
                <a:ext uri="{FF2B5EF4-FFF2-40B4-BE49-F238E27FC236}">
                  <a16:creationId xmlns:a16="http://schemas.microsoft.com/office/drawing/2014/main" id="{98E027AE-6BED-DF99-3E9E-B2B34393E4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0" y="10"/>
              <a:ext cx="9240" cy="0"/>
            </a:xfrm>
            <a:prstGeom prst="line">
              <a:avLst/>
            </a:prstGeom>
            <a:noFill/>
            <a:ln w="12700">
              <a:solidFill>
                <a:srgbClr val="86868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" name="Rectangle 5">
            <a:extLst>
              <a:ext uri="{FF2B5EF4-FFF2-40B4-BE49-F238E27FC236}">
                <a16:creationId xmlns:a16="http://schemas.microsoft.com/office/drawing/2014/main" id="{51EE8442-C10C-9011-5971-228B17B9D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222190"/>
            <a:ext cx="8191500" cy="387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4CB9D6A-B327-AE4E-3739-4F6D5F37C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2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2098C3F-EC04-A673-BEEA-F6771F61D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2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AAE2695A-1D71-C26E-1C3D-FC61A5C5D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2191"/>
            <a:ext cx="240803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                                                 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365D5A-070A-5448-6F29-210D58596224}"/>
              </a:ext>
            </a:extLst>
          </p:cNvPr>
          <p:cNvSpPr txBox="1"/>
          <p:nvPr/>
        </p:nvSpPr>
        <p:spPr>
          <a:xfrm>
            <a:off x="2226733" y="3346509"/>
            <a:ext cx="474556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altLang="en-US" sz="1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MATHEMATICS FOR ROBOTICS</a:t>
            </a:r>
            <a:endParaRPr lang="en-US" altLang="en-US" sz="1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                     PROJECT</a:t>
            </a:r>
            <a:endParaRPr lang="en-US" altLang="en-US" sz="1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ProfessorName</a:t>
            </a:r>
            <a:r>
              <a:rPr lang="en-US" altLang="en-US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:-KUMAR UJJWAL</a:t>
            </a:r>
            <a:endParaRPr lang="en-US" altLang="en-US" sz="1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 Name:- IMMANDI SRI LIKHITA</a:t>
            </a:r>
            <a:endParaRPr lang="en-US" altLang="en-US" sz="1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Roll.No</a:t>
            </a:r>
            <a:r>
              <a:rPr lang="en-US" altLang="en-US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:-SE25MROB009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Smart Room Temperature Control Using Fuzzy Logic Controller</a:t>
            </a:r>
          </a:p>
          <a:p>
            <a:endParaRPr dirty="0"/>
          </a:p>
          <a:p>
            <a:r>
              <a:rPr dirty="0"/>
              <a:t>Using MATLAB Fuzzy Logic Designer and Simulink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05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controllers cannot adapt efficiently to varying room conditions.</a:t>
            </a:r>
          </a:p>
          <a:p>
            <a:endParaRPr/>
          </a:p>
          <a:p>
            <a:r>
              <a:t>Objective:</a:t>
            </a:r>
          </a:p>
          <a:p>
            <a:r>
              <a:t>To design a Fuzzy Logic Controller (FLC) for automatic room temperature regulation.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Inputs: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 Temperature Error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 Change in Temperature</a:t>
            </a:r>
          </a:p>
          <a:p>
            <a:endParaRPr dirty="0"/>
          </a:p>
          <a:p>
            <a:r>
              <a:rPr dirty="0"/>
              <a:t>Output: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 Cooling Power (AC Intensity)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Triangular membership functions (trimf) are used.</a:t>
            </a:r>
          </a:p>
          <a:p>
            <a:endParaRPr/>
          </a:p>
          <a:p>
            <a:r>
              <a:t>Temperature Error Range: [-10 10]</a:t>
            </a:r>
          </a:p>
          <a:p>
            <a:r>
              <a:t>Change in Temperature Range: [-30 30]</a:t>
            </a:r>
          </a:p>
          <a:p>
            <a:r>
              <a:t>Cooling Power Range: [0 100]</a:t>
            </a:r>
          </a:p>
          <a:p>
            <a:endParaRPr/>
          </a:p>
          <a:p>
            <a:r>
              <a:t>Linguistic variables:</a:t>
            </a:r>
          </a:p>
          <a:p>
            <a:r>
              <a:t>Negative, Zero, Positive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Rule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9 fuzzy IF-THEN rules are created.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3F56A-AB75-EC85-94D8-270667936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04" r="26505" b="34292"/>
          <a:stretch>
            <a:fillRect/>
          </a:stretch>
        </p:blipFill>
        <p:spPr>
          <a:xfrm>
            <a:off x="868673" y="2852212"/>
            <a:ext cx="7296092" cy="3125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Justification of Ranges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Ranges are selected to avoid simulation saturation and cover all possible room conditions.</a:t>
            </a:r>
          </a:p>
          <a:p>
            <a:endParaRPr/>
          </a:p>
          <a:p>
            <a:r>
              <a:t>Larger range for Change in Temperature prevents rule firing warnings.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Simulink blocks used:</a:t>
            </a:r>
          </a:p>
          <a:p>
            <a:r>
              <a:t>• Step</a:t>
            </a:r>
          </a:p>
          <a:p>
            <a:r>
              <a:t>• Sum</a:t>
            </a:r>
          </a:p>
          <a:p>
            <a:r>
              <a:t>• Unit Delay</a:t>
            </a:r>
          </a:p>
          <a:p>
            <a:r>
              <a:t>• Mux</a:t>
            </a:r>
          </a:p>
          <a:p>
            <a:r>
              <a:t>• Fuzzy Logic Controller</a:t>
            </a:r>
          </a:p>
          <a:p>
            <a:r>
              <a:t>• Transfer Function</a:t>
            </a:r>
          </a:p>
          <a:p>
            <a:r>
              <a:t>• Scope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fuzzy controller provides smooth and stable temperature regulation.</a:t>
            </a:r>
          </a:p>
          <a:p>
            <a:endParaRPr dirty="0"/>
          </a:p>
          <a:p>
            <a:r>
              <a:rPr dirty="0"/>
              <a:t>Simulation completed successfully without warnings.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86127B-6B90-FA6C-7A05-03359A064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733"/>
            <a:ext cx="9144000" cy="567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1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E01B3B-7512-CEDB-1DC8-2217CBAAF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56" t="27873"/>
          <a:stretch>
            <a:fillRect/>
          </a:stretch>
        </p:blipFill>
        <p:spPr>
          <a:xfrm>
            <a:off x="-33177" y="736600"/>
            <a:ext cx="9126307" cy="5029200"/>
          </a:xfrm>
        </p:spPr>
      </p:pic>
    </p:spTree>
    <p:extLst>
      <p:ext uri="{BB962C8B-B14F-4D97-AF65-F5344CB8AC3E}">
        <p14:creationId xmlns:p14="http://schemas.microsoft.com/office/powerpoint/2010/main" val="233088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Response Curve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D0E0A-A772-CCE4-EEA8-C3AAA954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74" y="1417638"/>
            <a:ext cx="6820852" cy="46834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2EC63C-BE2D-6C90-6435-A8622F694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400"/>
            <a:ext cx="9144000" cy="568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fuzzy logic controller successfully regulates room temperature using intelligent rule-based control and provides smooth cooling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236</Words>
  <Application>Microsoft Office PowerPoint</Application>
  <PresentationFormat>On-screen Show (4:3)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Title</vt:lpstr>
      <vt:lpstr>Problem Statement</vt:lpstr>
      <vt:lpstr>Inputs and Output</vt:lpstr>
      <vt:lpstr>Membership Functions</vt:lpstr>
      <vt:lpstr>Rule Base</vt:lpstr>
      <vt:lpstr>Justification of Ranges</vt:lpstr>
      <vt:lpstr>Practical Implementation</vt:lpstr>
      <vt:lpstr>Validation and Results</vt:lpstr>
      <vt:lpstr>PowerPoint Presentation</vt:lpstr>
      <vt:lpstr>PowerPoint Presentation</vt:lpstr>
      <vt:lpstr>Simulation Response Curve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IMMANDI SRI LIKHITA</dc:creator>
  <cp:keywords/>
  <dc:description>generated using python-pptx</dc:description>
  <cp:lastModifiedBy>IMMANDI SRI LIKHITA</cp:lastModifiedBy>
  <cp:revision>3</cp:revision>
  <dcterms:created xsi:type="dcterms:W3CDTF">2013-01-27T09:14:16Z</dcterms:created>
  <dcterms:modified xsi:type="dcterms:W3CDTF">2026-05-13T04:13:58Z</dcterms:modified>
  <cp:category/>
</cp:coreProperties>
</file>